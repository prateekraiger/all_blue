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E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84" d="100"/>
          <a:sy n="84" d="100"/>
        </p:scale>
        <p:origin x="34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F8864D-949D-EC07-19CD-28D7F1A8CD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0328"/>
            <a:ext cx="12192000" cy="6076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FFDF32-2752-905A-7211-65F393DA3E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050" y="233116"/>
            <a:ext cx="5325258" cy="462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0B81A5-EC46-ECED-FDE2-4E9971BDC5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02" y="266341"/>
            <a:ext cx="1528517" cy="3964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306BA9-2B14-9A75-B4DD-65FAEAA01D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5"/>
            <a:ext cx="12192000" cy="14179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6DDDD5D-E6EA-51C7-69E1-8491991B07EC}"/>
              </a:ext>
            </a:extLst>
          </p:cNvPr>
          <p:cNvCxnSpPr>
            <a:cxnSpLocks/>
          </p:cNvCxnSpPr>
          <p:nvPr userDrawn="1"/>
        </p:nvCxnSpPr>
        <p:spPr>
          <a:xfrm>
            <a:off x="0" y="798653"/>
            <a:ext cx="1219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082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D1F7-D3DF-244F-83D3-D448BA5F7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10771-2F58-5D8C-4B8B-BE4D04117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C6169-2798-5207-8098-D61EF7AEC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2A0C-323C-49A2-A8AD-D0A745B9954B}" type="datetimeFigureOut">
              <a:rPr lang="en-IN" smtClean="0"/>
              <a:pPr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B01A3-05D7-6D3E-572A-3FD09A9FE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54439-B66E-EDDD-6784-C94F8F1A8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7273-1DCA-464F-8805-8CFA808075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345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FBAC-19FF-BC2F-DECD-FBCEBEDA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217E-2D35-4090-C67F-E63DA5C2C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44247-8437-DF68-54FF-1606F3DFB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B0EF8-24BB-AF02-7D79-3725EB1FF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2A0C-323C-49A2-A8AD-D0A745B9954B}" type="datetimeFigureOut">
              <a:rPr lang="en-IN" smtClean="0"/>
              <a:pPr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EE137-53CB-F173-A8EC-61F6F250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E5AA2-69CA-47D8-ECF3-0D91136C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7273-1DCA-464F-8805-8CFA808075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797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41DF-07B5-820A-C3F2-EC2C3022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E2ACD-B376-A2B1-8BDD-2D4C6AA82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34C1F-5CA3-0BB0-2B75-716CB1D47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E18FA4-2DDB-F2ED-1557-9281CFBB7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06DB05-4351-295E-3A93-7E8EB0B56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DF486-E034-0487-6989-167EE9F14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2A0C-323C-49A2-A8AD-D0A745B9954B}" type="datetimeFigureOut">
              <a:rPr lang="en-IN" smtClean="0"/>
              <a:pPr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C271A3-ED75-D4AF-E1C5-FD69762CA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07B62D-0C6D-1731-B51F-A3293FFF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7273-1DCA-464F-8805-8CFA808075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04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48FD-40FF-9BBA-CA8C-1553CABC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9B417-30E1-CB13-91B0-4C50364AB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2A0C-323C-49A2-A8AD-D0A745B9954B}" type="datetimeFigureOut">
              <a:rPr lang="en-IN" smtClean="0"/>
              <a:pPr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6869B-970C-7496-8B02-A7C3AA9C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24A3F-EB88-0E3D-A06A-5CB3E61BC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7273-1DCA-464F-8805-8CFA808075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70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FCDAF-3105-0E85-2136-3380A8CC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2A0C-323C-49A2-A8AD-D0A745B9954B}" type="datetimeFigureOut">
              <a:rPr lang="en-IN" smtClean="0"/>
              <a:pPr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69836-0855-0295-CC8B-D2F217C10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C0FF1-68BD-5DD8-4BE2-00A41BBD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7273-1DCA-464F-8805-8CFA808075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335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E1E3F-2E02-1479-B183-8B8C14DA3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4B4A2-7F6F-6F69-8F99-D19BF1324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B51D9-28ED-A061-422E-1F4ACBF97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AA337-BFEB-68C8-3982-107CA9B5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2A0C-323C-49A2-A8AD-D0A745B9954B}" type="datetimeFigureOut">
              <a:rPr lang="en-IN" smtClean="0"/>
              <a:pPr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958C8-AD2E-B284-3B4E-6F5DB6BD9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F4A10-DECA-7F5B-4114-747D61EA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7273-1DCA-464F-8805-8CFA808075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648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8E58A-5C99-CC7D-D30D-E72DFAFCE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42344F-A8A8-C212-6064-5954ED660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6C8AA-58DF-999F-2B4C-97F2E3A02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743CB-B116-8510-451B-3981BB5B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2A0C-323C-49A2-A8AD-D0A745B9954B}" type="datetimeFigureOut">
              <a:rPr lang="en-IN" smtClean="0"/>
              <a:pPr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1E4E6-15F5-93AF-7BD4-A689ABFB4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F42C3-613D-D67D-7C82-74C44232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7273-1DCA-464F-8805-8CFA808075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23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71188-ADD2-C554-9CE2-7041EF0E2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60E2F-B17A-E37B-97A6-021B2CEDA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B0680-1DB4-A8D5-6DD3-8C5BAA3A5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2A0C-323C-49A2-A8AD-D0A745B9954B}" type="datetimeFigureOut">
              <a:rPr lang="en-IN" smtClean="0"/>
              <a:pPr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2199-9FFE-BE1F-9722-9E87C2B48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F2E42-54D5-311D-893C-D16B4803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7273-1DCA-464F-8805-8CFA808075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7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A9AFA5-3BFB-B388-43D8-DFE5F0FB8B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19193-E71B-F03D-4744-FAFC76821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4F40B-E77C-78BB-BB01-1905E8FF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2A0C-323C-49A2-A8AD-D0A745B9954B}" type="datetimeFigureOut">
              <a:rPr lang="en-IN" smtClean="0"/>
              <a:pPr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AE72F-A352-0AA8-B0FC-ED09AF838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F4C7F-177C-F75E-53B6-A1C2219FB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7273-1DCA-464F-8805-8CFA808075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42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291E5C-5994-2AEC-E57A-D2400DB20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D5381-9A5A-E424-FDC2-1652F3FD2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CA022-E077-766A-E674-AA8853604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A2A0C-323C-49A2-A8AD-D0A745B9954B}" type="datetimeFigureOut">
              <a:rPr lang="en-IN" smtClean="0"/>
              <a:pPr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FC7D1-44DB-A2A1-9B63-6188D3D257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ED256-E3F0-6074-098D-1ADB0ACC7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77273-1DCA-464F-8805-8CFA808075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07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53000" y="2697480"/>
            <a:ext cx="18592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All Blue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4480560"/>
            <a:ext cx="38709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Supervised By:  Prof. Sakshi Tiwari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 Designation,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Department of CSE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TITS, Bhopal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17280" y="4602480"/>
            <a:ext cx="266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3E7"/>
                </a:solidFill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Presented By: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Name: Prateek Raiger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Enrollment No : YYYYY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32CD8C-12BE-FADD-7718-DF427889A4A1}"/>
              </a:ext>
            </a:extLst>
          </p:cNvPr>
          <p:cNvSpPr txBox="1"/>
          <p:nvPr/>
        </p:nvSpPr>
        <p:spPr>
          <a:xfrm>
            <a:off x="826949" y="579120"/>
            <a:ext cx="106905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>
              <a:lnSpc>
                <a:spcPct val="200000"/>
              </a:lnSpc>
            </a:pPr>
            <a:r>
              <a:rPr lang="en-US" sz="2400" b="1" dirty="0"/>
              <a:t>Technocrats Institute of Technology &amp; Science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fontAlgn="t">
              <a:lnSpc>
                <a:spcPct val="200000"/>
              </a:lnSpc>
            </a:pPr>
            <a:endParaRPr lang="en-IN" sz="2400" b="1" dirty="0">
              <a:latin typeface="Gilroy" panose="00000A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2CD8C-12BE-FADD-7718-DF427889A4A1}"/>
              </a:ext>
            </a:extLst>
          </p:cNvPr>
          <p:cNvSpPr txBox="1"/>
          <p:nvPr/>
        </p:nvSpPr>
        <p:spPr>
          <a:xfrm>
            <a:off x="826949" y="1188720"/>
            <a:ext cx="1069050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>
              <a:lnSpc>
                <a:spcPct val="20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Department of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Computer Science &amp; Engineering</a:t>
            </a:r>
          </a:p>
          <a:p>
            <a:pPr fontAlgn="t">
              <a:lnSpc>
                <a:spcPct val="200000"/>
              </a:lnSpc>
            </a:pPr>
            <a:endParaRPr lang="en-IN" sz="2400" b="1" dirty="0">
              <a:latin typeface="Gilroy" panose="00000A00000000000000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36720" y="2179320"/>
            <a:ext cx="3962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Academic Year: Jan-June 2026 </a:t>
            </a:r>
          </a:p>
        </p:txBody>
      </p:sp>
    </p:spTree>
    <p:extLst>
      <p:ext uri="{BB962C8B-B14F-4D97-AF65-F5344CB8AC3E}">
        <p14:creationId xmlns:p14="http://schemas.microsoft.com/office/powerpoint/2010/main" val="1707004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5EDC6B-5D28-F11A-1974-ABA44EDB6697}"/>
              </a:ext>
            </a:extLst>
          </p:cNvPr>
          <p:cNvSpPr txBox="1"/>
          <p:nvPr/>
        </p:nvSpPr>
        <p:spPr>
          <a:xfrm>
            <a:off x="983951" y="1478281"/>
            <a:ext cx="10651636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Introduction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Problem Statement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Objective and Scope of the Project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Existing System / Literature Review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System Architecture / Block Diagram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Methodology / Working Process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Technologies Used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Modules / Functional Components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nn-NO" sz="1600" dirty="0">
                <a:latin typeface="Times New Roman" pitchFamily="18" charset="0"/>
                <a:cs typeface="Times New Roman" pitchFamily="18" charset="0"/>
              </a:rPr>
              <a:t>Database Design (ER Diagram / Tables)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nn-NO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Results / Output Screens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Testing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Conclusion and Future Work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F1BDB9-971F-A3BA-79F3-E0A8BC8E5EF4}"/>
              </a:ext>
            </a:extLst>
          </p:cNvPr>
          <p:cNvSpPr txBox="1"/>
          <p:nvPr/>
        </p:nvSpPr>
        <p:spPr>
          <a:xfrm>
            <a:off x="2076322" y="969632"/>
            <a:ext cx="80393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5275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868681"/>
            <a:ext cx="4114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Text Format Rules for PPT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295399"/>
            <a:ext cx="9845040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1. Use Standard Fonts: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Use only professional fonts like: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Calibri (Best)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or Times New Roman 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❌ Avoid fancy fonts like Comic Sans, Algerian, etc.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2. Font Size Rule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Recommended size: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Title Slide Heading: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28 ,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Sub-heading: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24 ,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Content/Bullets: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20 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📌 Never use content text smaller than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3. Use Bullet Points Only: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Write in bullet format 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Keep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4–6 bullets per slide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Each bullet should be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 line or maximum 2 lines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❌ Avoid long paragraphs.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4. Use Proper Alignment: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Always keep text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Left aligned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(best for readability)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Title can be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Center aligned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5. Spacing Rule: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Maintain equal line spacing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Leave proper space between bullets, Do not overcrowd slide with text 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6. Consistent Font Style: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Use same font style in all slides: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Same font family , Same heading style, Same bullet style , Do not mix fonts.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868681"/>
            <a:ext cx="4114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Text Format Rules for PPT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173481"/>
            <a:ext cx="9845040" cy="5255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Use Highlighting Properly: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Use Bold for keywords only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Example: Accuracy, Security, Automation </a:t>
            </a:r>
          </a:p>
          <a:p>
            <a:pPr>
              <a:lnSpc>
                <a:spcPct val="14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8.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Use Colors Carefully</a:t>
            </a:r>
          </a:p>
          <a:p>
            <a:pPr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Best rule: Dark text on light background OR light text on dark background </a:t>
            </a:r>
          </a:p>
          <a:p>
            <a:pPr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 only 2–3 colors in full PPT </a:t>
            </a:r>
          </a:p>
          <a:p>
            <a:pPr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❌ Avoid too many bright colors.</a:t>
            </a:r>
          </a:p>
          <a:p>
            <a:pPr>
              <a:lnSpc>
                <a:spcPct val="14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 Use Keywords and Technical Terms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Use proper technical words:</a:t>
            </a:r>
          </a:p>
          <a:p>
            <a:pPr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Dataset , Model training ,Authentication Database </a:t>
            </a:r>
          </a:p>
          <a:p>
            <a:pPr>
              <a:lnSpc>
                <a:spcPct val="14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10.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Slide Content Rule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(Golden Rule)</a:t>
            </a:r>
          </a:p>
          <a:p>
            <a:pPr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📌 1 slide = 1 topic only    Do not mix multiple topics in one slide.</a:t>
            </a:r>
          </a:p>
          <a:p>
            <a:pPr>
              <a:lnSpc>
                <a:spcPct val="14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11.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Grammar and Short Form Rule</a:t>
            </a:r>
          </a:p>
          <a:p>
            <a:pPr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First time write full form with abbreviation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Example:Artificial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Intelligence (AI) Then use AI later.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E28BE-57C7-D436-6667-90E497D4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BE6287-8461-6368-D37C-DCF1205137BB}"/>
              </a:ext>
            </a:extLst>
          </p:cNvPr>
          <p:cNvSpPr txBox="1"/>
          <p:nvPr/>
        </p:nvSpPr>
        <p:spPr>
          <a:xfrm>
            <a:off x="3242069" y="2604052"/>
            <a:ext cx="5707861" cy="1246495"/>
          </a:xfrm>
          <a:prstGeom prst="rect">
            <a:avLst/>
          </a:prstGeom>
          <a:noFill/>
        </p:spPr>
        <p:txBody>
          <a:bodyPr vert="horz" wrap="square" rtlCol="0" anchor="ctr" anchorCtr="1">
            <a:spAutoFit/>
          </a:bodyPr>
          <a:lstStyle/>
          <a:p>
            <a:pPr algn="ctr"/>
            <a:r>
              <a:rPr lang="en-IN" sz="7500" b="1" dirty="0">
                <a:solidFill>
                  <a:srgbClr val="FF0000"/>
                </a:solidFill>
                <a:latin typeface="Bradley Hand ITC" panose="03070402050302030203" pitchFamily="66" charset="0"/>
                <a:cs typeface="Times New Roman" panose="02020603050405020304" pitchFamily="18" charset="0"/>
              </a:rPr>
              <a:t>Thank  you…</a:t>
            </a:r>
            <a:endParaRPr lang="en-IN" sz="7500" b="1" dirty="0">
              <a:solidFill>
                <a:srgbClr val="C00000"/>
              </a:solidFill>
              <a:latin typeface="Bradley Hand ITC" panose="03070402050302030203" pitchFamily="66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586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420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Bradley Hand ITC</vt:lpstr>
      <vt:lpstr>Calibri</vt:lpstr>
      <vt:lpstr>Calibri Light</vt:lpstr>
      <vt:lpstr>Gilroy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Laptop1 TIT</dc:creator>
  <cp:lastModifiedBy>Pratik R</cp:lastModifiedBy>
  <cp:revision>15</cp:revision>
  <dcterms:created xsi:type="dcterms:W3CDTF">2025-07-18T07:32:22Z</dcterms:created>
  <dcterms:modified xsi:type="dcterms:W3CDTF">2026-05-12T13:30:33Z</dcterms:modified>
</cp:coreProperties>
</file>